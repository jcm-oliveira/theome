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3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B7702-D5D7-4183-BEEE-DE0B19F68BFB}" type="datetimeFigureOut">
              <a:rPr lang="pt-BR" smtClean="0"/>
              <a:t>20/12/2022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9CE6E-572B-4B5E-8DC3-64976E564F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5711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B7702-D5D7-4183-BEEE-DE0B19F68BFB}" type="datetimeFigureOut">
              <a:rPr lang="pt-BR" smtClean="0"/>
              <a:t>20/12/2022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9CE6E-572B-4B5E-8DC3-64976E564F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7877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B7702-D5D7-4183-BEEE-DE0B19F68BFB}" type="datetimeFigureOut">
              <a:rPr lang="pt-BR" smtClean="0"/>
              <a:t>20/12/2022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9CE6E-572B-4B5E-8DC3-64976E564F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4186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B7702-D5D7-4183-BEEE-DE0B19F68BFB}" type="datetimeFigureOut">
              <a:rPr lang="pt-BR" smtClean="0"/>
              <a:t>20/12/2022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9CE6E-572B-4B5E-8DC3-64976E564F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5413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B7702-D5D7-4183-BEEE-DE0B19F68BFB}" type="datetimeFigureOut">
              <a:rPr lang="pt-BR" smtClean="0"/>
              <a:t>20/12/2022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9CE6E-572B-4B5E-8DC3-64976E564F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1738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B7702-D5D7-4183-BEEE-DE0B19F68BFB}" type="datetimeFigureOut">
              <a:rPr lang="pt-BR" smtClean="0"/>
              <a:t>20/12/2022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9CE6E-572B-4B5E-8DC3-64976E564F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3232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B7702-D5D7-4183-BEEE-DE0B19F68BFB}" type="datetimeFigureOut">
              <a:rPr lang="pt-BR" smtClean="0"/>
              <a:t>20/12/2022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9CE6E-572B-4B5E-8DC3-64976E564F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8551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B7702-D5D7-4183-BEEE-DE0B19F68BFB}" type="datetimeFigureOut">
              <a:rPr lang="pt-BR" smtClean="0"/>
              <a:t>20/12/2022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9CE6E-572B-4B5E-8DC3-64976E564F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4089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B7702-D5D7-4183-BEEE-DE0B19F68BFB}" type="datetimeFigureOut">
              <a:rPr lang="pt-BR" smtClean="0"/>
              <a:t>20/12/2022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9CE6E-572B-4B5E-8DC3-64976E564F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977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B7702-D5D7-4183-BEEE-DE0B19F68BFB}" type="datetimeFigureOut">
              <a:rPr lang="pt-BR" smtClean="0"/>
              <a:t>20/12/2022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9CE6E-572B-4B5E-8DC3-64976E564F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6749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B7702-D5D7-4183-BEEE-DE0B19F68BFB}" type="datetimeFigureOut">
              <a:rPr lang="pt-BR" smtClean="0"/>
              <a:t>20/12/2022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9CE6E-572B-4B5E-8DC3-64976E564F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7531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B7702-D5D7-4183-BEEE-DE0B19F68BFB}" type="datetimeFigureOut">
              <a:rPr lang="pt-BR" smtClean="0"/>
              <a:t>20/12/2022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9CE6E-572B-4B5E-8DC3-64976E564F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6643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otos grátis de Mã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10888"/>
            <a:ext cx="11901378" cy="6165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/>
          <p:cNvSpPr/>
          <p:nvPr/>
        </p:nvSpPr>
        <p:spPr>
          <a:xfrm>
            <a:off x="71171" y="1472139"/>
            <a:ext cx="11915775" cy="3381375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86257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João Carlos</dc:creator>
  <cp:lastModifiedBy>João Carlos</cp:lastModifiedBy>
  <cp:revision>3</cp:revision>
  <dcterms:created xsi:type="dcterms:W3CDTF">2022-12-19T17:17:09Z</dcterms:created>
  <dcterms:modified xsi:type="dcterms:W3CDTF">2022-12-21T02:00:51Z</dcterms:modified>
</cp:coreProperties>
</file>